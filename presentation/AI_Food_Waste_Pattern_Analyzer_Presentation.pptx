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3284" y="999716"/>
            <a:ext cx="7772400" cy="1470025"/>
          </a:xfrm>
        </p:spPr>
        <p:txBody>
          <a:bodyPr/>
          <a:lstStyle/>
          <a:p>
            <a:r>
              <a:rPr lang="en-US" b="1" dirty="0"/>
              <a:t>AI for Sustainability Project</a:t>
            </a:r>
            <a:br>
              <a:rPr lang="en-US" b="1" dirty="0"/>
            </a:br>
            <a:r>
              <a:rPr lang="en-US" b="1" dirty="0"/>
              <a:t>1M1B IBM Virtual Internship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17838"/>
            <a:ext cx="6400800" cy="3989439"/>
          </a:xfrm>
        </p:spPr>
        <p:txBody>
          <a:bodyPr>
            <a:normAutofit fontScale="92500"/>
          </a:bodyPr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AI-Based Food Waste Pattern Analyzer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KUPPAM DHEEPESH GUPTA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Alliance University</a:t>
            </a:r>
          </a:p>
          <a:p>
            <a:r>
              <a:rPr lang="en-US" b="1" dirty="0">
                <a:solidFill>
                  <a:schemeClr val="tx1"/>
                </a:solidFill>
              </a:rPr>
              <a:t>Bangalore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hostels generate large amounts of food waste due to inaccurate demand estimation.</a:t>
            </a:r>
          </a:p>
          <a:p>
            <a:r>
              <a:t>Food preparation decisions are based on assumptions rather than data.</a:t>
            </a:r>
          </a:p>
          <a:p>
            <a:r>
              <a:t>This leads to financial loss, resource wastage, and environmental harm.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AI-based decision-support system for hostel messes.</a:t>
            </a:r>
          </a:p>
          <a:p>
            <a:r>
              <a:t>Analyzes daily food preparation and waste data.</a:t>
            </a:r>
          </a:p>
          <a:p>
            <a:r>
              <a:t>Identifies patterns and provides recommendations to reduce waste.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AI 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Prompt Engineering</a:t>
            </a:r>
          </a:p>
          <a:p>
            <a:r>
              <a:rPr dirty="0"/>
              <a:t>Large Language Models (LLMs)</a:t>
            </a:r>
          </a:p>
          <a:p>
            <a:r>
              <a:rPr dirty="0"/>
              <a:t>Pattern Analysis</a:t>
            </a:r>
          </a:p>
          <a:p>
            <a:r>
              <a:rPr dirty="0"/>
              <a:t>Decision Support AI</a:t>
            </a:r>
          </a:p>
          <a:p>
            <a:r>
              <a:rPr dirty="0"/>
              <a:t>Optional RAG for sustainability guidelines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Mess Data Input → AI Pattern Analysis → AI Insights→ Decision Support → Reduced Food Waste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Target Users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b="1" dirty="0"/>
              <a:t>Target Users:</a:t>
            </a:r>
          </a:p>
          <a:p>
            <a:r>
              <a:rPr dirty="0"/>
              <a:t>Hostel &amp; Mess Administrators</a:t>
            </a:r>
          </a:p>
          <a:p>
            <a:r>
              <a:rPr dirty="0"/>
              <a:t>College Management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Impact:</a:t>
            </a:r>
          </a:p>
          <a:p>
            <a:r>
              <a:rPr dirty="0"/>
              <a:t>Reduced food waste</a:t>
            </a:r>
          </a:p>
          <a:p>
            <a:r>
              <a:rPr dirty="0"/>
              <a:t>Cost savings</a:t>
            </a:r>
          </a:p>
          <a:p>
            <a:r>
              <a:rPr dirty="0"/>
              <a:t>Environmental sustainability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Responsible AI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personal data usage</a:t>
            </a:r>
          </a:p>
          <a:p>
            <a:r>
              <a:rPr dirty="0"/>
              <a:t>Transparent AI recommendations</a:t>
            </a:r>
          </a:p>
          <a:p>
            <a:r>
              <a:rPr dirty="0"/>
              <a:t>Ethical and unbiased 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164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AI for Sustainability Project 1M1B IBM Virtual Internship</vt:lpstr>
      <vt:lpstr>Problem Statement</vt:lpstr>
      <vt:lpstr>Proposed Solution</vt:lpstr>
      <vt:lpstr>AI Components Used</vt:lpstr>
      <vt:lpstr>System Workflow</vt:lpstr>
      <vt:lpstr>Target Users &amp; Impact</vt:lpstr>
      <vt:lpstr>Responsible AI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kuppam dheepesh</dc:creator>
  <cp:keywords/>
  <dc:description>generated using python-pptx</dc:description>
  <cp:lastModifiedBy>kuppam dheepesh</cp:lastModifiedBy>
  <cp:revision>3</cp:revision>
  <dcterms:created xsi:type="dcterms:W3CDTF">2013-01-27T09:14:16Z</dcterms:created>
  <dcterms:modified xsi:type="dcterms:W3CDTF">2026-01-11T19:25:37Z</dcterms:modified>
  <cp:category/>
</cp:coreProperties>
</file>